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8" r:id="rId3"/>
    <p:sldId id="259" r:id="rId4"/>
    <p:sldId id="260" r:id="rId5"/>
    <p:sldId id="261" r:id="rId6"/>
    <p:sldId id="262" r:id="rId7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-1944" y="-3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ED66DC-3419-4309-9013-F68C846ADF14}" type="datetimeFigureOut">
              <a:rPr lang="ru-RU" smtClean="0"/>
              <a:pPr/>
              <a:t>06.03.2026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F591EC-8B33-43A1-B378-C666AACE5D3D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 descr="06d2f0fc62e78c44f3958c72b4b7890f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285720" y="2500306"/>
            <a:ext cx="6000792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88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Shoe Store</a:t>
            </a:r>
            <a:endParaRPr lang="ru-RU" sz="88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142844" y="0"/>
            <a:ext cx="4572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ru-RU" dirty="0">
                <a:latin typeface="Times New Roman" pitchFamily="18" charset="0"/>
                <a:cs typeface="Times New Roman" pitchFamily="18" charset="0"/>
              </a:rPr>
              <a:t>Государственное бюджетное профессиональное образовательное учреждение «Заволжский автомоторный техникум»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428596" y="5500702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ru-RU" b="1" dirty="0" smtClean="0"/>
              <a:t>Выполнил</a:t>
            </a:r>
            <a:r>
              <a:rPr lang="en-US" b="1" dirty="0" smtClean="0"/>
              <a:t>a</a:t>
            </a:r>
            <a:r>
              <a:rPr lang="en-US" dirty="0" smtClean="0"/>
              <a:t>: </a:t>
            </a:r>
            <a:r>
              <a:rPr lang="ru-RU" dirty="0" smtClean="0"/>
              <a:t>студентка группы ИС-22Б</a:t>
            </a:r>
            <a:br>
              <a:rPr lang="ru-RU" dirty="0" smtClean="0"/>
            </a:br>
            <a:r>
              <a:rPr lang="ru-RU" dirty="0" smtClean="0"/>
              <a:t> Самойлова Диана Дмитриевна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pc="-50" dirty="0" smtClean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  <a:cs typeface="Times New Roman" pitchFamily="18" charset="0"/>
              </a:rPr>
              <a:t>Реализация приложения</a:t>
            </a:r>
            <a:endParaRPr lang="ru-RU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2987824" y="1556792"/>
            <a:ext cx="5832648" cy="2075122"/>
          </a:xfrm>
        </p:spPr>
        <p:txBody>
          <a:bodyPr>
            <a:normAutofit fontScale="70000" lnSpcReduction="20000"/>
          </a:bodyPr>
          <a:lstStyle/>
          <a:p>
            <a:pPr indent="450000" algn="just">
              <a:buNone/>
            </a:pP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Платформа: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Android 16 (API 36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indent="450000" algn="just">
              <a:buNone/>
            </a:pP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Архитектура приложения: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MVVM (Model-View-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ViewModel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).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indent="450000" algn="just">
              <a:buNone/>
            </a:pP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Язык разработки: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Kotlin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indent="450000" algn="just">
              <a:buNone/>
            </a:pP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UI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: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Jetpack Compose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indent="450000" algn="just">
              <a:buNone/>
            </a:pP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База данных: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Supabase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(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реляционная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).</a:t>
            </a:r>
          </a:p>
          <a:p>
            <a:pPr indent="450000" algn="just">
              <a:buNone/>
            </a:pPr>
            <a:endParaRPr lang="ru-RU" dirty="0" smtClean="0"/>
          </a:p>
          <a:p>
            <a:endParaRPr lang="ru-RU" dirty="0"/>
          </a:p>
        </p:txBody>
      </p:sp>
      <p:pic>
        <p:nvPicPr>
          <p:cNvPr id="1027" name="Picture 3" descr="C:\Users\karta\Pictures\Screenshots\Снимок экрана 2026-03-06 08450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3528" y="2924944"/>
            <a:ext cx="2600326" cy="1457325"/>
          </a:xfrm>
          <a:prstGeom prst="rect">
            <a:avLst/>
          </a:prstGeom>
          <a:noFill/>
        </p:spPr>
      </p:pic>
      <p:sp>
        <p:nvSpPr>
          <p:cNvPr id="5" name="TextBox 4"/>
          <p:cNvSpPr txBox="1"/>
          <p:nvPr/>
        </p:nvSpPr>
        <p:spPr>
          <a:xfrm>
            <a:off x="3707904" y="3861048"/>
            <a:ext cx="4968552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Реализованный функционал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:</a:t>
            </a:r>
            <a:endParaRPr lang="ru-RU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FontTx/>
              <a:buChar char="-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Авторизация.</a:t>
            </a:r>
          </a:p>
          <a:p>
            <a:pPr>
              <a:buFontTx/>
              <a:buChar char="-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Регистрация.</a:t>
            </a:r>
          </a:p>
          <a:p>
            <a:pPr>
              <a:buFontTx/>
              <a:buChar char="-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Подтверждение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по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OTP-коду.</a:t>
            </a:r>
            <a:endParaRPr lang="ru-RU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FontTx/>
              <a:buChar char="-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Операции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чтения и записи данных</a:t>
            </a:r>
            <a:r>
              <a:rPr lang="ru-RU" dirty="0" smtClean="0"/>
              <a:t>.</a:t>
            </a:r>
          </a:p>
          <a:p>
            <a:pPr>
              <a:buFontTx/>
              <a:buChar char="-"/>
            </a:pPr>
            <a:endParaRPr lang="ru-RU" dirty="0" smtClean="0"/>
          </a:p>
          <a:p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pc="-50" dirty="0" smtClean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  <a:cs typeface="Times New Roman" pitchFamily="18" charset="0"/>
              </a:rPr>
              <a:t>Диаграмма вариантов использования</a:t>
            </a:r>
            <a:endParaRPr lang="ru-RU" dirty="0">
              <a:solidFill>
                <a:schemeClr val="accent1">
                  <a:lumMod val="75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6" name="Picture 2" descr="C:\Users\android242\Downloads\Untitled Diagram.drawio.png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47664" y="1988840"/>
            <a:ext cx="6192688" cy="379411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pc="-50" dirty="0" smtClean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  <a:cs typeface="Times New Roman" pitchFamily="18" charset="0"/>
              </a:rPr>
              <a:t>Архитектурные решения</a:t>
            </a:r>
            <a:endParaRPr lang="ru-RU" dirty="0">
              <a:solidFill>
                <a:schemeClr val="accent1">
                  <a:lumMod val="75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158" y="1428736"/>
            <a:ext cx="8572560" cy="2500330"/>
          </a:xfrm>
        </p:spPr>
        <p:txBody>
          <a:bodyPr>
            <a:normAutofit fontScale="85000" lnSpcReduction="20000"/>
          </a:bodyPr>
          <a:lstStyle/>
          <a:p>
            <a:pPr>
              <a:buNone/>
            </a:pP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          В качестве архитектурного решения был выбран паттерн 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MVVM (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Model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–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View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–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ViewModel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., поскольку он обеспечивает эффективное взаимодействие с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Jetpack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Compose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и полностью соответствует лучшим практикам, рекомендованным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Android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Jetpack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>
              <a:buNone/>
            </a:pPr>
            <a:r>
              <a:rPr lang="ru-RU" dirty="0" smtClean="0"/>
              <a:t>             </a:t>
            </a:r>
            <a:endParaRPr lang="ru-RU" dirty="0" smtClean="0"/>
          </a:p>
          <a:p>
            <a:pPr>
              <a:buNone/>
            </a:pPr>
            <a:endParaRPr lang="ru-RU" dirty="0" smtClean="0"/>
          </a:p>
          <a:p>
            <a:pPr>
              <a:buNone/>
            </a:pPr>
            <a:endParaRPr lang="ru-RU" dirty="0" smtClean="0"/>
          </a:p>
          <a:p>
            <a:pPr>
              <a:buNone/>
            </a:pP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755576" y="3789040"/>
            <a:ext cx="7643866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buFont typeface="Arial" pitchFamily="34" charset="0"/>
              <a:buChar char="•"/>
            </a:pPr>
            <a:r>
              <a:rPr lang="en-US" sz="3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3000" dirty="0" smtClean="0">
                <a:latin typeface="Times New Roman" pitchFamily="18" charset="0"/>
                <a:cs typeface="Times New Roman" pitchFamily="18" charset="0"/>
              </a:rPr>
              <a:t>Модели</a:t>
            </a: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 данных: расположены 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data/model</a:t>
            </a:r>
            <a:endParaRPr lang="ru-RU" sz="2800" dirty="0" smtClean="0">
              <a:latin typeface="Times New Roman" pitchFamily="18" charset="0"/>
              <a:cs typeface="Times New Roman" pitchFamily="18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Работа с 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API: </a:t>
            </a: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расположены 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data/service</a:t>
            </a:r>
            <a:endParaRPr lang="ru-RU" sz="2800" dirty="0" smtClean="0">
              <a:latin typeface="Times New Roman" pitchFamily="18" charset="0"/>
              <a:cs typeface="Times New Roman" pitchFamily="18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UI-</a:t>
            </a: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компоненты:  расположены 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ui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/screens</a:t>
            </a:r>
            <a:endParaRPr lang="ru-RU" sz="2800" dirty="0" smtClean="0">
              <a:latin typeface="Times New Roman" pitchFamily="18" charset="0"/>
              <a:cs typeface="Times New Roman" pitchFamily="18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 Темы: расположены 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ui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/theme</a:t>
            </a:r>
            <a:endParaRPr lang="ru-RU" sz="2800" dirty="0" smtClean="0">
              <a:latin typeface="Times New Roman" pitchFamily="18" charset="0"/>
              <a:cs typeface="Times New Roman" pitchFamily="18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ViewModel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:</a:t>
            </a: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 расположены 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ui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/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viewModel</a:t>
            </a:r>
            <a:endParaRPr lang="ru-RU" sz="28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pc="-50" dirty="0" smtClean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  <a:cs typeface="Times New Roman" pitchFamily="18" charset="0"/>
              </a:rPr>
              <a:t>Используемые библиотеки</a:t>
            </a:r>
            <a:endParaRPr lang="ru-RU" dirty="0">
              <a:solidFill>
                <a:schemeClr val="accent1">
                  <a:lumMod val="75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539552" y="1916832"/>
            <a:ext cx="8280920" cy="3600400"/>
          </a:xfrm>
        </p:spPr>
        <p:txBody>
          <a:bodyPr>
            <a:normAutofit lnSpcReduction="10000"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Retrofit 2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Библиотека для работы с REST API.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Navigation Compose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Компонент для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навигации между экранами в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Jetpack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Compose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Material 3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Готовая дизайн-система от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Google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для современных приложений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pc="-50" dirty="0" smtClean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  <a:cs typeface="Times New Roman" pitchFamily="18" charset="0"/>
              </a:rPr>
              <a:t>Фото приложения</a:t>
            </a:r>
            <a:endParaRPr lang="ru-RU" dirty="0">
              <a:solidFill>
                <a:schemeClr val="accent1">
                  <a:lumMod val="75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074" name="Picture 2" descr="C:\Users\karta\Pictures\Screenshots\Снимок экрана 2026-03-05 22511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28991" y="1428736"/>
            <a:ext cx="2288383" cy="4786346"/>
          </a:xfrm>
          <a:prstGeom prst="rect">
            <a:avLst/>
          </a:prstGeom>
          <a:noFill/>
        </p:spPr>
      </p:pic>
      <p:pic>
        <p:nvPicPr>
          <p:cNvPr id="3075" name="Picture 3" descr="C:\Users\karta\Pictures\Screenshots\Снимок экрана 2026-03-05 225148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0034" y="1428736"/>
            <a:ext cx="2245376" cy="4786346"/>
          </a:xfrm>
          <a:prstGeom prst="rect">
            <a:avLst/>
          </a:prstGeom>
          <a:noFill/>
        </p:spPr>
      </p:pic>
      <p:pic>
        <p:nvPicPr>
          <p:cNvPr id="3076" name="Picture 4" descr="C:\Users\karta\Pictures\Screenshots\Снимок экрана 2026-03-05 224844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215075" y="1285861"/>
            <a:ext cx="2357454" cy="488953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124</TotalTime>
  <Words>162</Words>
  <Application>Microsoft Office PowerPoint</Application>
  <PresentationFormat>Экран (4:3)</PresentationFormat>
  <Paragraphs>29</Paragraphs>
  <Slides>6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7" baseType="lpstr">
      <vt:lpstr>Тема Office</vt:lpstr>
      <vt:lpstr>Слайд 1</vt:lpstr>
      <vt:lpstr>Реализация приложения</vt:lpstr>
      <vt:lpstr>Диаграмма вариантов использования</vt:lpstr>
      <vt:lpstr>Архитектурные решения</vt:lpstr>
      <vt:lpstr>Используемые библиотеки</vt:lpstr>
      <vt:lpstr>Фото приложения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kartavaadiana18@gmail.com</dc:creator>
  <cp:lastModifiedBy>Козлов</cp:lastModifiedBy>
  <cp:revision>12</cp:revision>
  <dcterms:created xsi:type="dcterms:W3CDTF">2026-03-05T19:57:31Z</dcterms:created>
  <dcterms:modified xsi:type="dcterms:W3CDTF">2026-03-06T09:24:48Z</dcterms:modified>
</cp:coreProperties>
</file>
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D66DC-3419-4309-9013-F68C846ADF14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591EC-8B33-43A1-B378-C666AACE5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06d2f0fc62e78c44f3958c72b4b7890f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5720" y="2500306"/>
            <a:ext cx="60007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Shoe Store</a:t>
            </a:r>
            <a:endParaRPr lang="ru-RU" sz="8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42844" y="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Государственное бюджетное профессиональное образовательное учреждение «Заволжский автомоторный техникум»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28596" y="550070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 smtClean="0"/>
              <a:t>Выполнил</a:t>
            </a:r>
            <a:r>
              <a:rPr lang="en-US" b="1" dirty="0" smtClean="0"/>
              <a:t>a</a:t>
            </a:r>
            <a:r>
              <a:rPr lang="en-US" dirty="0" smtClean="0"/>
              <a:t>: </a:t>
            </a:r>
            <a:r>
              <a:rPr lang="ru-RU" dirty="0" smtClean="0"/>
              <a:t>студентка группы ИС-22Б</a:t>
            </a:r>
            <a:br>
              <a:rPr lang="ru-RU" dirty="0" smtClean="0"/>
            </a:br>
            <a:r>
              <a:rPr lang="ru-RU" dirty="0" smtClean="0"/>
              <a:t> Самойлова Диана Дмитриевна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pc="-5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Реализация приложения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643174" y="1785926"/>
            <a:ext cx="6215106" cy="4071966"/>
          </a:xfrm>
        </p:spPr>
        <p:txBody>
          <a:bodyPr>
            <a:normAutofit fontScale="70000" lnSpcReduction="20000"/>
          </a:bodyPr>
          <a:lstStyle/>
          <a:p>
            <a:pPr indent="45000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процессе разработки Android-приложения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(версия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16, API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36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была применена архитектура MVVM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Model-View-ViewModel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с использованием языка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Для построения пользовательского интерфейса и отдельных компонентов использовался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Compose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В качестве базы данных задействована реляционная платформа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Реализованы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функции авторизации, регистрации, подтверждения по OTP-коду, а также операции чтения и записи данных, предоставляемые через REST API и backend-сервисы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pic>
        <p:nvPicPr>
          <p:cNvPr id="1027" name="Picture 3" descr="C:\Users\karta\Pictures\Screenshots\Снимок экрана 2026-03-06 08450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786058"/>
            <a:ext cx="2600326" cy="1457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pc="-5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Диаграмма вариантов использования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android242\Downloads\Untitled Diagram.drawio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988840"/>
            <a:ext cx="6192688" cy="37941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pc="-5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Архитектурные решения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1428736"/>
            <a:ext cx="8572560" cy="250033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       В качестве архитектурного решения был выбран паттерн MVVM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., поскольку он обеспечивает эффективное взаимодействие 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Compose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полностью соответствует лучшим практикам, рекомендованным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ru-RU" dirty="0" smtClean="0"/>
              <a:t>             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85786" y="3571876"/>
            <a:ext cx="7643866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Arial" pitchFamily="34" charset="0"/>
              <a:buChar char="•"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Модели</a:t>
            </a:r>
            <a:r>
              <a:rPr lang="ru-RU" sz="2800" dirty="0" smtClean="0"/>
              <a:t> данных: расположены </a:t>
            </a:r>
            <a:r>
              <a:rPr lang="en-US" sz="2800" dirty="0" smtClean="0"/>
              <a:t>data/model</a:t>
            </a:r>
            <a:endParaRPr lang="ru-RU" sz="2800" dirty="0" smtClean="0"/>
          </a:p>
          <a:p>
            <a:pPr lvl="1">
              <a:buFont typeface="Arial" pitchFamily="34" charset="0"/>
              <a:buChar char="•"/>
            </a:pPr>
            <a:r>
              <a:rPr lang="en-US" sz="2800" dirty="0" smtClean="0"/>
              <a:t> </a:t>
            </a:r>
            <a:r>
              <a:rPr lang="ru-RU" sz="2800" dirty="0" smtClean="0"/>
              <a:t>Работа с </a:t>
            </a:r>
            <a:r>
              <a:rPr lang="en-US" sz="2800" dirty="0" smtClean="0"/>
              <a:t>API: </a:t>
            </a:r>
            <a:r>
              <a:rPr lang="ru-RU" sz="2800" dirty="0" smtClean="0"/>
              <a:t>расположены </a:t>
            </a:r>
            <a:r>
              <a:rPr lang="en-US" sz="2800" dirty="0" smtClean="0"/>
              <a:t>data/service</a:t>
            </a:r>
            <a:endParaRPr lang="ru-RU" sz="2800" dirty="0" smtClean="0"/>
          </a:p>
          <a:p>
            <a:pPr lvl="1">
              <a:buFont typeface="Arial" pitchFamily="34" charset="0"/>
              <a:buChar char="•"/>
            </a:pPr>
            <a:r>
              <a:rPr lang="ru-RU" sz="2800" dirty="0" smtClean="0"/>
              <a:t> </a:t>
            </a:r>
            <a:r>
              <a:rPr lang="en-US" sz="2800" dirty="0" smtClean="0"/>
              <a:t>UI-</a:t>
            </a:r>
            <a:r>
              <a:rPr lang="ru-RU" sz="2800" dirty="0" smtClean="0"/>
              <a:t>компоненты:  расположены </a:t>
            </a:r>
            <a:r>
              <a:rPr lang="en-US" sz="2800" dirty="0" err="1" smtClean="0"/>
              <a:t>ui</a:t>
            </a:r>
            <a:r>
              <a:rPr lang="en-US" sz="2800" dirty="0" smtClean="0"/>
              <a:t>/screens</a:t>
            </a:r>
            <a:endParaRPr lang="ru-RU" sz="2800" dirty="0" smtClean="0"/>
          </a:p>
          <a:p>
            <a:pPr lvl="1">
              <a:buFont typeface="Arial" pitchFamily="34" charset="0"/>
              <a:buChar char="•"/>
            </a:pPr>
            <a:r>
              <a:rPr lang="ru-RU" sz="2800" dirty="0" smtClean="0"/>
              <a:t> Темы: расположены </a:t>
            </a:r>
            <a:r>
              <a:rPr lang="en-US" sz="2800" dirty="0" err="1" smtClean="0"/>
              <a:t>ui</a:t>
            </a:r>
            <a:r>
              <a:rPr lang="en-US" sz="2800" dirty="0" smtClean="0"/>
              <a:t>/theme</a:t>
            </a:r>
            <a:endParaRPr lang="ru-RU" sz="2800" dirty="0" smtClean="0"/>
          </a:p>
          <a:p>
            <a:pPr lvl="1">
              <a:buFont typeface="Arial" pitchFamily="34" charset="0"/>
              <a:buChar char="•"/>
            </a:pPr>
            <a:r>
              <a:rPr lang="ru-RU" sz="2800" dirty="0" smtClean="0"/>
              <a:t> </a:t>
            </a:r>
            <a:r>
              <a:rPr lang="en-US" sz="2800" dirty="0" err="1" smtClean="0"/>
              <a:t>ViewModel</a:t>
            </a:r>
            <a:r>
              <a:rPr lang="en-US" sz="2800" dirty="0" smtClean="0"/>
              <a:t>:</a:t>
            </a:r>
            <a:r>
              <a:rPr lang="ru-RU" sz="2800" dirty="0" smtClean="0"/>
              <a:t> расположены </a:t>
            </a:r>
            <a:r>
              <a:rPr lang="en-US" sz="2800" dirty="0" err="1" smtClean="0"/>
              <a:t>ui</a:t>
            </a:r>
            <a:r>
              <a:rPr lang="en-US" sz="2800" dirty="0" smtClean="0"/>
              <a:t>/</a:t>
            </a:r>
            <a:r>
              <a:rPr lang="en-US" sz="2800" dirty="0" err="1" smtClean="0"/>
              <a:t>viewModel</a:t>
            </a:r>
            <a:endParaRPr lang="ru-RU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pc="-5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Используемые библиотеки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1785926"/>
            <a:ext cx="8358246" cy="392909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Retrofit 2 -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Библиотека для работы с REST API.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Navigation Compose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Компонент для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навигации между экранами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Compose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Material 3 -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Готовая дизайн-система от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современных приложений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pc="-5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Фото приложения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C:\Users\karta\Pictures\Screenshots\Снимок экрана 2026-03-05 22511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8991" y="1428736"/>
            <a:ext cx="2288383" cy="4786346"/>
          </a:xfrm>
          <a:prstGeom prst="rect">
            <a:avLst/>
          </a:prstGeom>
          <a:noFill/>
        </p:spPr>
      </p:pic>
      <p:pic>
        <p:nvPicPr>
          <p:cNvPr id="3075" name="Picture 3" descr="C:\Users\karta\Pictures\Screenshots\Снимок экрана 2026-03-05 22514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1428736"/>
            <a:ext cx="2245376" cy="4786346"/>
          </a:xfrm>
          <a:prstGeom prst="rect">
            <a:avLst/>
          </a:prstGeom>
          <a:noFill/>
        </p:spPr>
      </p:pic>
      <p:pic>
        <p:nvPicPr>
          <p:cNvPr id="3076" name="Picture 4" descr="C:\Users\karta\Pictures\Screenshots\Снимок экрана 2026-03-05 224844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15075" y="1285861"/>
            <a:ext cx="2357454" cy="48895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191</Words>
  <Application>Microsoft Office PowerPoint</Application>
  <PresentationFormat>Экран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Слайд 1</vt:lpstr>
      <vt:lpstr>Реализация приложения</vt:lpstr>
      <vt:lpstr>Диаграмма вариантов использования</vt:lpstr>
      <vt:lpstr>Архитектурные решения</vt:lpstr>
      <vt:lpstr>Используемые библиотеки</vt:lpstr>
      <vt:lpstr>Фото приложения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kartavaadiana18@gmail.com</dc:creator>
  <cp:lastModifiedBy>Козлов</cp:lastModifiedBy>
  <cp:revision>9</cp:revision>
  <dcterms:created xsi:type="dcterms:W3CDTF">2026-03-05T19:57:31Z</dcterms:created>
  <dcterms:modified xsi:type="dcterms:W3CDTF">2026-03-06T07:47:55Z</dcterms:modified>
</cp:coreProperties>
</file>
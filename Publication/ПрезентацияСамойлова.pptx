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  <p:sldId id="259" r:id="rId4"/>
    <p:sldId id="260" r:id="rId5"/>
    <p:sldId id="261" r:id="rId6"/>
    <p:sldId id="262" r:id="rId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410" y="-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 descr="06d2f0fc62e78c44f3958c72b4b7890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85720" y="2500306"/>
            <a:ext cx="6000792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88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Shoe Store</a:t>
            </a:r>
            <a:endParaRPr lang="ru-RU" sz="8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42844" y="0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Государственное бюджетное профессиональное образовательное учреждение «Заволжский автомоторный техникум»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428596" y="5500702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b="1" dirty="0" smtClean="0"/>
              <a:t>Выполнил</a:t>
            </a:r>
            <a:r>
              <a:rPr lang="en-US" b="1" dirty="0" smtClean="0"/>
              <a:t>a</a:t>
            </a:r>
            <a:r>
              <a:rPr lang="en-US" dirty="0" smtClean="0"/>
              <a:t>: </a:t>
            </a:r>
            <a:r>
              <a:rPr lang="ru-RU" dirty="0" smtClean="0"/>
              <a:t>студентка группы ИС-22Б</a:t>
            </a:r>
            <a:br>
              <a:rPr lang="ru-RU" dirty="0" smtClean="0"/>
            </a:br>
            <a:r>
              <a:rPr lang="ru-RU" dirty="0" smtClean="0"/>
              <a:t> Самойлова Диана Дмитриевна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Реализация приложения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2643174" y="1785926"/>
            <a:ext cx="6215106" cy="4071966"/>
          </a:xfrm>
        </p:spPr>
        <p:txBody>
          <a:bodyPr>
            <a:normAutofit fontScale="70000" lnSpcReduction="20000"/>
          </a:bodyPr>
          <a:lstStyle/>
          <a:p>
            <a:pPr indent="450000" algn="just">
              <a:buNone/>
            </a:pPr>
            <a:r>
              <a:rPr lang="ru-RU" dirty="0">
                <a:latin typeface="Times New Roman" pitchFamily="18" charset="0"/>
                <a:cs typeface="Times New Roman" pitchFamily="18" charset="0"/>
              </a:rPr>
              <a:t>В процессе разработки Android-приложения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(версия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Android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16, API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36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) была применена архитектура MVVM (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Model-View-ViewModel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) с использованием языка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Kotlin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. Для построения пользовательского интерфейса и отдельных компонентов использовался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. В качестве базы данных задействована реляционная платформа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Supabase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indent="450000" algn="just"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Реализованы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функции авторизации, регистрации, подтверждения по OTP-коду, а также операции чтения и записи данных, предоставляемые через REST API и backend-сервисы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Supabase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endParaRPr lang="ru-RU" dirty="0"/>
          </a:p>
        </p:txBody>
      </p:sp>
      <p:pic>
        <p:nvPicPr>
          <p:cNvPr id="1027" name="Picture 3" descr="C:\Users\karta\Pictures\Screenshots\Снимок экрана 2026-03-06 084501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85720" y="2786058"/>
            <a:ext cx="2600326" cy="14573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Диаграмма вариантов использования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158" y="1785926"/>
            <a:ext cx="8358246" cy="3929090"/>
          </a:xfrm>
        </p:spPr>
        <p:txBody>
          <a:bodyPr>
            <a:normAutofit/>
          </a:bodyPr>
          <a:lstStyle/>
          <a:p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Архитектурные </a:t>
            </a:r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решения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158" y="1428736"/>
            <a:ext cx="8572560" cy="2500330"/>
          </a:xfrm>
        </p:spPr>
        <p:txBody>
          <a:bodyPr>
            <a:normAutofit fontScale="85000" lnSpcReduction="10000"/>
          </a:bodyPr>
          <a:lstStyle/>
          <a:p>
            <a:pPr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          В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качестве архитектурного решения был выбран паттерн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MVVM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Model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–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View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–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поскольку он обеспечивает эффективное взаимодействие с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 полностью соответствует лучшим практикам, рекомендованным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Android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r>
              <a:rPr lang="ru-RU" dirty="0" smtClean="0"/>
              <a:t>             </a:t>
            </a:r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785786" y="3571876"/>
            <a:ext cx="7643866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buFont typeface="Arial" pitchFamily="34" charset="0"/>
              <a:buChar char="•"/>
            </a:pPr>
            <a:r>
              <a:rPr lang="en-US" sz="3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3000" dirty="0" smtClean="0">
                <a:latin typeface="Times New Roman" pitchFamily="18" charset="0"/>
                <a:cs typeface="Times New Roman" pitchFamily="18" charset="0"/>
              </a:rPr>
              <a:t>Модели</a:t>
            </a:r>
            <a:r>
              <a:rPr lang="ru-RU" sz="2800" dirty="0" smtClean="0"/>
              <a:t> </a:t>
            </a:r>
            <a:r>
              <a:rPr lang="ru-RU" sz="2800" dirty="0" smtClean="0"/>
              <a:t>данных: расположены </a:t>
            </a:r>
            <a:r>
              <a:rPr lang="en-US" sz="2800" dirty="0" smtClean="0"/>
              <a:t>data/model</a:t>
            </a:r>
            <a:endParaRPr lang="ru-RU" sz="2800" dirty="0" smtClean="0"/>
          </a:p>
          <a:p>
            <a:pPr lvl="1">
              <a:buFont typeface="Arial" pitchFamily="34" charset="0"/>
              <a:buChar char="•"/>
            </a:pPr>
            <a:r>
              <a:rPr lang="en-US" sz="2800" dirty="0" smtClean="0"/>
              <a:t> </a:t>
            </a:r>
            <a:r>
              <a:rPr lang="ru-RU" sz="2800" dirty="0" smtClean="0"/>
              <a:t>Работа с </a:t>
            </a:r>
            <a:r>
              <a:rPr lang="en-US" sz="2800" dirty="0" smtClean="0"/>
              <a:t>API: </a:t>
            </a:r>
            <a:r>
              <a:rPr lang="ru-RU" sz="2800" dirty="0" smtClean="0"/>
              <a:t>расположены </a:t>
            </a:r>
            <a:r>
              <a:rPr lang="en-US" sz="2800" dirty="0" smtClean="0"/>
              <a:t>data/service</a:t>
            </a:r>
            <a:endParaRPr lang="ru-RU" sz="2800" dirty="0" smtClean="0"/>
          </a:p>
          <a:p>
            <a:pPr lvl="1">
              <a:buFont typeface="Arial" pitchFamily="34" charset="0"/>
              <a:buChar char="•"/>
            </a:pPr>
            <a:r>
              <a:rPr lang="ru-RU" sz="2800" dirty="0" smtClean="0"/>
              <a:t> </a:t>
            </a:r>
            <a:r>
              <a:rPr lang="en-US" sz="2800" dirty="0" smtClean="0"/>
              <a:t>UI-</a:t>
            </a:r>
            <a:r>
              <a:rPr lang="ru-RU" sz="2800" dirty="0" smtClean="0"/>
              <a:t>компоненты</a:t>
            </a:r>
            <a:r>
              <a:rPr lang="ru-RU" sz="2800" dirty="0" smtClean="0"/>
              <a:t>:  расположены </a:t>
            </a:r>
            <a:r>
              <a:rPr lang="en-US" sz="2800" dirty="0" err="1" smtClean="0"/>
              <a:t>ui</a:t>
            </a:r>
            <a:r>
              <a:rPr lang="en-US" sz="2800" dirty="0" smtClean="0"/>
              <a:t>/screens</a:t>
            </a:r>
            <a:endParaRPr lang="ru-RU" sz="2800" dirty="0" smtClean="0"/>
          </a:p>
          <a:p>
            <a:pPr lvl="1">
              <a:buFont typeface="Arial" pitchFamily="34" charset="0"/>
              <a:buChar char="•"/>
            </a:pPr>
            <a:r>
              <a:rPr lang="ru-RU" sz="2800" dirty="0" smtClean="0"/>
              <a:t> Темы: расположены </a:t>
            </a:r>
            <a:r>
              <a:rPr lang="en-US" sz="2800" dirty="0" err="1" smtClean="0"/>
              <a:t>ui</a:t>
            </a:r>
            <a:r>
              <a:rPr lang="en-US" sz="2800" dirty="0" smtClean="0"/>
              <a:t>/theme</a:t>
            </a:r>
            <a:endParaRPr lang="ru-RU" sz="2800" dirty="0" smtClean="0"/>
          </a:p>
          <a:p>
            <a:pPr lvl="1">
              <a:buFont typeface="Arial" pitchFamily="34" charset="0"/>
              <a:buChar char="•"/>
            </a:pPr>
            <a:r>
              <a:rPr lang="ru-RU" sz="2800" dirty="0" smtClean="0"/>
              <a:t> </a:t>
            </a:r>
            <a:r>
              <a:rPr lang="en-US" sz="2800" dirty="0" err="1" smtClean="0"/>
              <a:t>ViewModel</a:t>
            </a:r>
            <a:r>
              <a:rPr lang="en-US" sz="2800" dirty="0" smtClean="0"/>
              <a:t>:</a:t>
            </a:r>
            <a:r>
              <a:rPr lang="ru-RU" sz="2800" dirty="0" smtClean="0"/>
              <a:t> расположены </a:t>
            </a:r>
            <a:r>
              <a:rPr lang="en-US" sz="2800" dirty="0" err="1" smtClean="0"/>
              <a:t>ui</a:t>
            </a:r>
            <a:r>
              <a:rPr lang="en-US" sz="2800" dirty="0" smtClean="0"/>
              <a:t>/</a:t>
            </a:r>
            <a:r>
              <a:rPr lang="en-US" sz="2800" dirty="0" err="1" smtClean="0"/>
              <a:t>viewModel</a:t>
            </a:r>
            <a:endParaRPr lang="ru-RU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Используемые </a:t>
            </a:r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библиотеки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158" y="1785926"/>
            <a:ext cx="8358246" cy="3929090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Retrofit 2 -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Библиотека для работы с REST API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Navigation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Compose 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Компонент для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навигации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между экранами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Material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3 -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Готовая дизайн-система от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для современных приложений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Фото </a:t>
            </a:r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приложения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4" name="Picture 2" descr="C:\Users\karta\Pictures\Screenshots\Снимок экрана 2026-03-05 225111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428991" y="1428736"/>
            <a:ext cx="2288383" cy="4786346"/>
          </a:xfrm>
          <a:prstGeom prst="rect">
            <a:avLst/>
          </a:prstGeom>
          <a:noFill/>
        </p:spPr>
      </p:pic>
      <p:pic>
        <p:nvPicPr>
          <p:cNvPr id="3075" name="Picture 3" descr="C:\Users\karta\Pictures\Screenshots\Снимок экрана 2026-03-05 225148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34" y="1428736"/>
            <a:ext cx="2245376" cy="4786346"/>
          </a:xfrm>
          <a:prstGeom prst="rect">
            <a:avLst/>
          </a:prstGeom>
          <a:noFill/>
        </p:spPr>
      </p:pic>
      <p:pic>
        <p:nvPicPr>
          <p:cNvPr id="3076" name="Picture 4" descr="C:\Users\karta\Pictures\Screenshots\Снимок экрана 2026-03-05 224844.png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215075" y="1285861"/>
            <a:ext cx="2357454" cy="488953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191</Words>
  <Application>Microsoft Office PowerPoint</Application>
  <PresentationFormat>Экран (4:3)</PresentationFormat>
  <Paragraphs>21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Слайд 1</vt:lpstr>
      <vt:lpstr>Реализация приложения</vt:lpstr>
      <vt:lpstr>Диаграмма вариантов использования</vt:lpstr>
      <vt:lpstr>Архитектурные решения</vt:lpstr>
      <vt:lpstr>Используемые библиотеки</vt:lpstr>
      <vt:lpstr>Фото приложения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kartavaadiana18@gmail.com</dc:creator>
  <cp:lastModifiedBy>kartavaadiana18@gmail.com</cp:lastModifiedBy>
  <cp:revision>8</cp:revision>
  <dcterms:created xsi:type="dcterms:W3CDTF">2026-03-05T19:57:31Z</dcterms:created>
  <dcterms:modified xsi:type="dcterms:W3CDTF">2026-03-06T06:20:27Z</dcterms:modified>
</cp:coreProperties>
</file>